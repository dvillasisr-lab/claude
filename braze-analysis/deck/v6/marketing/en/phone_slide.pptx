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8c85a7c-cc27-16ad-5937-17684228a362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Seen from the person’s phone, this is what our messages feel like: three real cases</a:t>
            </a:r>
            <a:endParaRPr lang="en-US" sz="22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903647"/>
            <a:ext cx="1775042" cy="33728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433336" y="903647"/>
            <a:ext cx="1706098" cy="27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8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PERSON WHO JUST SIGNED UP</a:t>
            </a:r>
            <a:endParaRPr lang="en-US" sz="820" dirty="0"/>
          </a:p>
        </p:txBody>
      </p:sp>
      <p:sp>
        <p:nvSpPr>
          <p:cNvPr id="5" name="Text 2"/>
          <p:cNvSpPr txBox="1"/>
          <p:nvPr/>
        </p:nvSpPr>
        <p:spPr>
          <a:xfrm>
            <a:off x="2433336" y="1244247"/>
            <a:ext cx="1706098" cy="87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60" b="1" spc="-7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emails</a:t>
            </a:r>
            <a:endParaRPr lang="en-US" sz="3460" dirty="0"/>
          </a:p>
        </p:txBody>
      </p:sp>
      <p:sp>
        <p:nvSpPr>
          <p:cNvPr id="6" name="Text 3"/>
          <p:cNvSpPr txBox="1"/>
          <p:nvPr/>
        </p:nvSpPr>
        <p:spPr>
          <a:xfrm>
            <a:off x="2433336" y="2182858"/>
            <a:ext cx="1706098" cy="523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she unsubscribed, around day 5</a:t>
            </a:r>
            <a:endParaRPr lang="en-US" sz="1060" dirty="0"/>
          </a:p>
        </p:txBody>
      </p:sp>
      <p:sp>
        <p:nvSpPr>
          <p:cNvPr id="7" name="Text 4"/>
          <p:cNvSpPr txBox="1"/>
          <p:nvPr/>
        </p:nvSpPr>
        <p:spPr>
          <a:xfrm>
            <a:off x="2433336" y="2766853"/>
            <a:ext cx="1706098" cy="121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70K new users unsubscribed from our emails, typically 5 days and 10 emails in. Half did it on the sign-up reminder, which arrives almost 6 times a month.</a:t>
            </a:r>
            <a:endParaRPr lang="en-US" sz="98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82" y="903647"/>
            <a:ext cx="1775042" cy="33728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37061" y="903647"/>
            <a:ext cx="1706098" cy="27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8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MOST ACTIVE CUSTOMER</a:t>
            </a:r>
            <a:endParaRPr lang="en-US" sz="820" dirty="0"/>
          </a:p>
        </p:txBody>
      </p:sp>
      <p:sp>
        <p:nvSpPr>
          <p:cNvPr id="10" name="Text 6"/>
          <p:cNvSpPr txBox="1"/>
          <p:nvPr/>
        </p:nvSpPr>
        <p:spPr>
          <a:xfrm>
            <a:off x="6237061" y="1244247"/>
            <a:ext cx="1706098" cy="43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60" b="1" spc="-7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 day</a:t>
            </a:r>
            <a:endParaRPr lang="en-US" sz="3460" dirty="0"/>
          </a:p>
        </p:txBody>
      </p:sp>
      <p:sp>
        <p:nvSpPr>
          <p:cNvPr id="11" name="Text 7"/>
          <p:cNvSpPr txBox="1"/>
          <p:nvPr/>
        </p:nvSpPr>
        <p:spPr>
          <a:xfrm>
            <a:off x="6237061" y="1743996"/>
            <a:ext cx="1706098" cy="17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210 of the 273 days</a:t>
            </a:r>
            <a:endParaRPr lang="en-US" sz="1060" dirty="0"/>
          </a:p>
        </p:txBody>
      </p:sp>
      <p:sp>
        <p:nvSpPr>
          <p:cNvPr id="12" name="Text 8"/>
          <p:cNvSpPr txBox="1"/>
          <p:nvPr/>
        </p:nvSpPr>
        <p:spPr>
          <a:xfrm>
            <a:off x="6237061" y="1979252"/>
            <a:ext cx="1706098" cy="121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339K people (1.7% of the base) got 482 messages each in nine months. When three campaigns hit someone on the same day, we are in 63% of those clashes.</a:t>
            </a:r>
            <a:endParaRPr lang="en-US" sz="98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558" y="903647"/>
            <a:ext cx="1775042" cy="33728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40938" y="903647"/>
            <a:ext cx="1706098" cy="27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8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PERSON WHO ALREADY SAID NO</a:t>
            </a:r>
            <a:endParaRPr lang="en-US" sz="820" dirty="0"/>
          </a:p>
        </p:txBody>
      </p:sp>
      <p:sp>
        <p:nvSpPr>
          <p:cNvPr id="15" name="Text 10"/>
          <p:cNvSpPr txBox="1"/>
          <p:nvPr/>
        </p:nvSpPr>
        <p:spPr>
          <a:xfrm>
            <a:off x="10040938" y="1244247"/>
            <a:ext cx="1706098" cy="43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60" b="1" spc="-7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58K</a:t>
            </a:r>
            <a:endParaRPr lang="en-US" sz="3460" dirty="0"/>
          </a:p>
        </p:txBody>
      </p:sp>
      <p:sp>
        <p:nvSpPr>
          <p:cNvPr id="16" name="Text 11"/>
          <p:cNvSpPr txBox="1"/>
          <p:nvPr/>
        </p:nvSpPr>
        <p:spPr>
          <a:xfrm>
            <a:off x="10040938" y="1743996"/>
            <a:ext cx="1706098" cy="523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promotional emails from us after they unsubscribed</a:t>
            </a:r>
            <a:endParaRPr lang="en-US" sz="1060" dirty="0"/>
          </a:p>
        </p:txBody>
      </p:sp>
      <p:sp>
        <p:nvSpPr>
          <p:cNvPr id="17" name="Text 12"/>
          <p:cNvSpPr txBox="1"/>
          <p:nvPr/>
        </p:nvSpPr>
        <p:spPr>
          <a:xfrm>
            <a:off x="10040938" y="2327990"/>
            <a:ext cx="1706098" cy="104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45K people who had unsubscribed still got 79K promotions; 58K were ours. The verification reminder kept arriving for nine months.</a:t>
            </a:r>
            <a:endParaRPr lang="en-US" sz="980" dirty="0"/>
          </a:p>
        </p:txBody>
      </p:sp>
      <p:sp>
        <p:nvSpPr>
          <p:cNvPr id="18" name="Shape 13"/>
          <p:cNvSpPr/>
          <p:nvPr/>
        </p:nvSpPr>
        <p:spPr>
          <a:xfrm>
            <a:off x="511956" y="4520193"/>
            <a:ext cx="11167783" cy="597709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70350" y="4668490"/>
            <a:ext cx="294752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820" dirty="0"/>
          </a:p>
        </p:txBody>
      </p:sp>
      <p:sp>
        <p:nvSpPr>
          <p:cNvPr id="20" name="Text 15"/>
          <p:cNvSpPr txBox="1"/>
          <p:nvPr/>
        </p:nvSpPr>
        <p:spPr>
          <a:xfrm>
            <a:off x="1097156" y="4629908"/>
            <a:ext cx="10755202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59% of all messages go through a channel that person has never responded to: emails to people who only read WhatsApp, push to people who never open push.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11956" y="6454684"/>
            <a:ext cx="977275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Braze audit, Jan to Sep 2026 (deck v6, pages 8, 18, 24, 35, 52, 63). Screens are illustrative; numbers are real. 58K = Marketing promotional emails to people already unsubscribed.</a:t>
            </a:r>
            <a:endParaRPr lang="en-US" sz="840" dirty="0"/>
          </a:p>
        </p:txBody>
      </p:sp>
      <p:sp>
        <p:nvSpPr>
          <p:cNvPr id="22" name="Text 17"/>
          <p:cNvSpPr txBox="1"/>
          <p:nvPr/>
        </p:nvSpPr>
        <p:spPr>
          <a:xfrm>
            <a:off x="11616140" y="6454684"/>
            <a:ext cx="8379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Braze en Kueski</dc:title>
  <dc:subject>PptxGenJS Presentation</dc:subject>
  <dc:creator>PptxGenJS</dc:creator>
  <cp:lastModifiedBy>PptxGenJS</cp:lastModifiedBy>
  <cp:revision>1</cp:revision>
  <dcterms:created xsi:type="dcterms:W3CDTF">2026-10-20T09:12:02Z</dcterms:created>
  <dcterms:modified xsi:type="dcterms:W3CDTF">2026-10-20T09:12:02Z</dcterms:modified>
</cp:coreProperties>
</file>